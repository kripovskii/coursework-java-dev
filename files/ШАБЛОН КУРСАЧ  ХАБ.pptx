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4" r:id="rId3"/>
    <p:sldMasterId id="2147483657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erriweather" panose="020B0604020202020204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A4A3A4"/>
          </p15:clr>
        </p15:guide>
        <p15:guide id="2" pos="7440">
          <p15:clr>
            <a:srgbClr val="A4A3A4"/>
          </p15:clr>
        </p15:guide>
        <p15:guide id="3" orient="horz" pos="247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ilf5PnU/sIRQWc4M9+9G8aIdK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>
        <p:guide pos="216"/>
        <p:guide pos="7440"/>
        <p:guide orient="horz" pos="2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75348" y="86808"/>
            <a:ext cx="8921387" cy="6684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5406" y="6298476"/>
            <a:ext cx="11221186" cy="40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5406" y="6298476"/>
            <a:ext cx="11221186" cy="40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01500" y="101048"/>
            <a:ext cx="7371159" cy="6655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9"/>
          <p:cNvPicPr preferRelativeResize="0"/>
          <p:nvPr/>
        </p:nvPicPr>
        <p:blipFill rotWithShape="1">
          <a:blip r:embed="rId2">
            <a:alphaModFix/>
          </a:blip>
          <a:srcRect t="6953"/>
          <a:stretch/>
        </p:blipFill>
        <p:spPr>
          <a:xfrm>
            <a:off x="4701500" y="-10160"/>
            <a:ext cx="7371159" cy="6193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406" y="6298476"/>
            <a:ext cx="11221186" cy="40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5406" y="6298476"/>
            <a:ext cx="11221186" cy="40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5348" y="86808"/>
            <a:ext cx="8921387" cy="668438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" y="0"/>
            <a:ext cx="12191995" cy="68579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1500" y="101048"/>
            <a:ext cx="7371159" cy="66559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909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"/>
          <p:cNvSpPr txBox="1"/>
          <p:nvPr/>
        </p:nvSpPr>
        <p:spPr>
          <a:xfrm>
            <a:off x="342904" y="1101175"/>
            <a:ext cx="74250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erriweather"/>
              <a:buNone/>
            </a:pPr>
            <a:r>
              <a:rPr lang="ru-RU" sz="4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Курсовая  работа</a:t>
            </a:r>
            <a:endParaRPr sz="4000" b="0" i="0" u="none" strike="noStrike" cap="non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909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2535904" y="1686654"/>
            <a:ext cx="74250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erriweather"/>
              <a:buNone/>
            </a:pPr>
            <a:r>
              <a:rPr lang="ru-RU" sz="4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Курсовая  работа</a:t>
            </a:r>
            <a:endParaRPr sz="4000" b="0" i="0" u="none" strike="noStrike" cap="non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187714" y="2958589"/>
            <a:ext cx="10461664" cy="155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100"/>
              <a:buFont typeface="Arial"/>
              <a:buNone/>
            </a:pPr>
            <a:r>
              <a:rPr lang="ru-RU" sz="3100" b="0" i="0" u="none" strike="noStrike" cap="non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Тема</a:t>
            </a:r>
            <a:endParaRPr sz="3100" b="0" i="0" u="none" strike="noStrike" cap="none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7447527" y="4418350"/>
            <a:ext cx="4031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24955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Выполнил:</a:t>
            </a:r>
            <a:r>
              <a:rPr lang="ru-RU" sz="18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Студент </a:t>
            </a:r>
            <a:r>
              <a:rPr lang="ru-RU" sz="1800" b="0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курса</a:t>
            </a:r>
            <a:endParaRPr sz="1800" b="0" i="0" u="none" strike="noStrike" cap="none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Группы ___ </a:t>
            </a:r>
            <a:r>
              <a:rPr lang="ru-RU" sz="18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, ФИО </a:t>
            </a:r>
            <a:endParaRPr dirty="0"/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Руководитель:</a:t>
            </a:r>
            <a:r>
              <a:rPr lang="ru-RU" sz="18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ФИО</a:t>
            </a:r>
            <a:endParaRPr sz="1800" b="0" i="0" u="none" strike="noStrike" cap="none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/>
        </p:nvSpPr>
        <p:spPr>
          <a:xfrm>
            <a:off x="1117600" y="33118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Актуальность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/>
        </p:nvSpPr>
        <p:spPr>
          <a:xfrm>
            <a:off x="1117600" y="33118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Постановка проблемы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1117600" y="33118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Цели и задачи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469900" y="1941648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Цель курсовой работы:</a:t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469900" y="3429000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Задачи курсовой работы: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 txBox="1"/>
          <p:nvPr/>
        </p:nvSpPr>
        <p:spPr>
          <a:xfrm>
            <a:off x="1117600" y="33118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Постановка проблемы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83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0" y="3138068"/>
            <a:ext cx="7242629" cy="58228"/>
          </a:xfrm>
          <a:prstGeom prst="roundRect">
            <a:avLst>
              <a:gd name="adj" fmla="val 16667"/>
            </a:avLst>
          </a:prstGeom>
          <a:solidFill>
            <a:srgbClr val="9A33F4"/>
          </a:solidFill>
          <a:ln w="12700" cap="flat" cmpd="sng">
            <a:solidFill>
              <a:srgbClr val="9A33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 txBox="1"/>
          <p:nvPr/>
        </p:nvSpPr>
        <p:spPr>
          <a:xfrm>
            <a:off x="357980" y="1789154"/>
            <a:ext cx="94678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Описание основных теоретических положений курсовой работы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83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0" y="3138068"/>
            <a:ext cx="7242629" cy="58228"/>
          </a:xfrm>
          <a:prstGeom prst="roundRect">
            <a:avLst>
              <a:gd name="adj" fmla="val 16667"/>
            </a:avLst>
          </a:prstGeom>
          <a:solidFill>
            <a:srgbClr val="9A33F4"/>
          </a:solidFill>
          <a:ln w="12700" cap="flat" cmpd="sng">
            <a:solidFill>
              <a:srgbClr val="9A33F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/>
          <p:nvPr/>
        </p:nvSpPr>
        <p:spPr>
          <a:xfrm>
            <a:off x="357975" y="1789150"/>
            <a:ext cx="10369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Описание основных практических результатов полученных при выполнении курсовой работы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457200" y="366533"/>
            <a:ext cx="8667749" cy="1015663"/>
            <a:chOff x="457200" y="366533"/>
            <a:chExt cx="8667749" cy="1015663"/>
          </a:xfrm>
        </p:grpSpPr>
        <p:sp>
          <p:nvSpPr>
            <p:cNvPr id="109" name="Google Shape;109;p9"/>
            <p:cNvSpPr txBox="1"/>
            <p:nvPr/>
          </p:nvSpPr>
          <p:spPr>
            <a:xfrm>
              <a:off x="1058862" y="366533"/>
              <a:ext cx="806608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0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Демонстрация работы разработанного программного продукта</a:t>
              </a:r>
              <a:endPara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/>
        </p:nvSpPr>
        <p:spPr>
          <a:xfrm>
            <a:off x="365443" y="4267973"/>
            <a:ext cx="18824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9A33F4"/>
                </a:solidFill>
                <a:latin typeface="Arial"/>
                <a:ea typeface="Arial"/>
                <a:cs typeface="Arial"/>
                <a:sym typeface="Arial"/>
              </a:rPr>
              <a:t>Форматы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365443" y="2590027"/>
            <a:ext cx="18824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9A33F4"/>
                </a:solidFill>
                <a:latin typeface="Arial"/>
                <a:ea typeface="Arial"/>
                <a:cs typeface="Arial"/>
                <a:sym typeface="Arial"/>
              </a:rPr>
              <a:t>Форматы</a:t>
            </a:r>
            <a:endParaRPr sz="2000" b="1">
              <a:solidFill>
                <a:srgbClr val="9A33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10"/>
          <p:cNvGrpSpPr/>
          <p:nvPr/>
        </p:nvGrpSpPr>
        <p:grpSpPr>
          <a:xfrm>
            <a:off x="457200" y="366533"/>
            <a:ext cx="8667749" cy="584775"/>
            <a:chOff x="457200" y="366533"/>
            <a:chExt cx="8667749" cy="584775"/>
          </a:xfrm>
        </p:grpSpPr>
        <p:sp>
          <p:nvSpPr>
            <p:cNvPr id="124" name="Google Shape;124;p10"/>
            <p:cNvSpPr txBox="1"/>
            <p:nvPr/>
          </p:nvSpPr>
          <p:spPr>
            <a:xfrm>
              <a:off x="1058862" y="366533"/>
              <a:ext cx="8066087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Заключение</a:t>
              </a:r>
              <a:endPara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83F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" name="Google Shape;12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342912" y="3023107"/>
            <a:ext cx="806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 sz="3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Специальное оформление">
  <a:themeElements>
    <a:clrScheme name="IThub Colors and Shades">
      <a:dk1>
        <a:srgbClr val="1E1E1E"/>
      </a:dk1>
      <a:lt1>
        <a:srgbClr val="F3F3F3"/>
      </a:lt1>
      <a:dk2>
        <a:srgbClr val="1E1E1E"/>
      </a:dk2>
      <a:lt2>
        <a:srgbClr val="F3F3F3"/>
      </a:lt2>
      <a:accent1>
        <a:srgbClr val="9A33F4"/>
      </a:accent1>
      <a:accent2>
        <a:srgbClr val="AA01E9"/>
      </a:accent2>
      <a:accent3>
        <a:srgbClr val="9532EC"/>
      </a:accent3>
      <a:accent4>
        <a:srgbClr val="802ACA"/>
      </a:accent4>
      <a:accent5>
        <a:srgbClr val="6A23A8"/>
      </a:accent5>
      <a:accent6>
        <a:srgbClr val="6A23A8"/>
      </a:accent6>
      <a:hlink>
        <a:srgbClr val="00B0F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Специальное оформление">
  <a:themeElements>
    <a:clrScheme name="IThub Colors and Shades">
      <a:dk1>
        <a:srgbClr val="1E1E1E"/>
      </a:dk1>
      <a:lt1>
        <a:srgbClr val="F3F3F3"/>
      </a:lt1>
      <a:dk2>
        <a:srgbClr val="1E1E1E"/>
      </a:dk2>
      <a:lt2>
        <a:srgbClr val="F3F3F3"/>
      </a:lt2>
      <a:accent1>
        <a:srgbClr val="9A33F4"/>
      </a:accent1>
      <a:accent2>
        <a:srgbClr val="AA01E9"/>
      </a:accent2>
      <a:accent3>
        <a:srgbClr val="9532EC"/>
      </a:accent3>
      <a:accent4>
        <a:srgbClr val="802ACA"/>
      </a:accent4>
      <a:accent5>
        <a:srgbClr val="6A23A8"/>
      </a:accent5>
      <a:accent6>
        <a:srgbClr val="6A23A8"/>
      </a:accent6>
      <a:hlink>
        <a:srgbClr val="00B0F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Широкоэкранный</PresentationFormat>
  <Paragraphs>30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Merriweather</vt:lpstr>
      <vt:lpstr>Arial</vt:lpstr>
      <vt:lpstr>Calibri</vt:lpstr>
      <vt:lpstr>1_Специальное оформление</vt:lpstr>
      <vt:lpstr>5_Специальное оформление</vt:lpstr>
      <vt:lpstr>2_Специальное оформление</vt:lpstr>
      <vt:lpstr>3_Специальное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ФЛИНТОГИНБЛОК</dc:creator>
  <cp:lastModifiedBy>User</cp:lastModifiedBy>
  <cp:revision>1</cp:revision>
  <dcterms:created xsi:type="dcterms:W3CDTF">2025-01-23T12:46:05Z</dcterms:created>
  <dcterms:modified xsi:type="dcterms:W3CDTF">2025-11-29T06:25:09Z</dcterms:modified>
</cp:coreProperties>
</file>