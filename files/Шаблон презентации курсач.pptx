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60" r:id="rId1"/>
  </p:sldMasterIdLst>
  <p:notesMasterIdLst>
    <p:notesMasterId r:id="rId11"/>
  </p:notesMasterIdLst>
  <p:handoutMasterIdLst>
    <p:handoutMasterId r:id="rId12"/>
  </p:handoutMasterIdLst>
  <p:sldIdLst>
    <p:sldId id="257" r:id="rId2"/>
    <p:sldId id="275" r:id="rId3"/>
    <p:sldId id="277" r:id="rId4"/>
    <p:sldId id="259" r:id="rId5"/>
    <p:sldId id="264" r:id="rId6"/>
    <p:sldId id="279" r:id="rId7"/>
    <p:sldId id="280" r:id="rId8"/>
    <p:sldId id="258" r:id="rId9"/>
    <p:sldId id="278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DFD5"/>
    <a:srgbClr val="4D5B56"/>
    <a:srgbClr val="7E9185"/>
    <a:srgbClr val="5C6D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375" autoAdjust="0"/>
    <p:restoredTop sz="94660"/>
  </p:normalViewPr>
  <p:slideViewPr>
    <p:cSldViewPr snapToGrid="0">
      <p:cViewPr varScale="1">
        <p:scale>
          <a:sx n="71" d="100"/>
          <a:sy n="71" d="100"/>
        </p:scale>
        <p:origin x="68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4" d="100"/>
          <a:sy n="124" d="100"/>
        </p:scale>
        <p:origin x="4950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9F2607F-EAB8-462D-9596-B11A1C51125F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Номер слайда 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50EC31D-9C0F-4EDB-9AC9-93AE84D7514D}" type="datetime1">
              <a:rPr lang="ru-RU" smtClean="0"/>
              <a:t>23.02.2025</a:t>
            </a:fld>
            <a:endParaRPr lang="en-US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u"/>
              <a:t>Щелкните, чтобы изменить стили текста образца слайда</a:t>
            </a:r>
            <a:endParaRPr lang="en-US"/>
          </a:p>
          <a:p>
            <a:pPr lvl="1" rtl="0"/>
            <a:r>
              <a:rPr lang="ru"/>
              <a:t>Второй уровень</a:t>
            </a:r>
          </a:p>
          <a:p>
            <a:pPr lvl="2" rtl="0"/>
            <a:r>
              <a:rPr lang="ru"/>
              <a:t>Третий уровень</a:t>
            </a:r>
          </a:p>
          <a:p>
            <a:pPr lvl="3" rtl="0"/>
            <a:r>
              <a:rPr lang="ru"/>
              <a:t>Четвертый уровень</a:t>
            </a:r>
          </a:p>
          <a:p>
            <a:pPr lvl="4" rtl="0"/>
            <a:r>
              <a:rPr lang="ru"/>
              <a:t>Пятый уровень</a:t>
            </a:r>
            <a:endParaRPr lang="en-US"/>
          </a:p>
        </p:txBody>
      </p:sp>
      <p:sp>
        <p:nvSpPr>
          <p:cNvPr id="6" name="Нижний колонтитул 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Номер слайда 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1948E6C3-8E12-426B-A56F-861F8B162AC6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76783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558661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540FCE8-CB6C-4798-845F-C8260D76B307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48035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783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557104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D5316041-DA7D-4734-AA8C-761AB09393E2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72462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692EF8B-D3DF-4216-96A1-1B1DE794B37A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7571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471756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530088EE-0E82-4198-BDFF-3B9755AA8919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rtl="0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22796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25142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87407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15731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C6B9E6FA-8E94-487D-81C3-7EE9BB2FD23D}" type="datetime1">
              <a:rPr lang="ru-RU" smtClean="0"/>
              <a:t>23.02.2025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8284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</p:sldLayoutIdLst>
  <mc:AlternateContent xmlns:mc="http://schemas.openxmlformats.org/markup-compatibility/2006">
    <mc:Choice xmlns:p159="http://schemas.microsoft.com/office/powerpoint/2015/09/main" xmlns="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C4892E77-707A-A397-BF2F-36BF937F6404}"/>
              </a:ext>
            </a:extLst>
          </p:cNvPr>
          <p:cNvSpPr/>
          <p:nvPr/>
        </p:nvSpPr>
        <p:spPr>
          <a:xfrm>
            <a:off x="304801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35954" y="1660454"/>
            <a:ext cx="7424886" cy="928130"/>
          </a:xfrm>
        </p:spPr>
        <p:txBody>
          <a:bodyPr rtlCol="0">
            <a:normAutofit/>
          </a:bodyPr>
          <a:lstStyle/>
          <a:p>
            <a:pPr algn="ctr" rtl="0"/>
            <a:r>
              <a:rPr lang="ru-RU" sz="6000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Курсовая  </a:t>
            </a:r>
            <a:r>
              <a:rPr lang="ru-RU" sz="600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работа</a:t>
            </a:r>
            <a:endParaRPr lang="ru" sz="6000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xmlns="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17567" y="3016254"/>
            <a:ext cx="10461664" cy="1551399"/>
          </a:xfrm>
        </p:spPr>
        <p:txBody>
          <a:bodyPr rtlCol="0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lang="ru-RU" sz="3100" spc="-10" dirty="0" smtClean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Тема</a:t>
            </a:r>
            <a:endParaRPr lang="ru-RU" sz="3100" dirty="0">
              <a:solidFill>
                <a:srgbClr val="FF0000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6925DAB3-B491-4CC2-005D-EEA62E73EE01}"/>
              </a:ext>
            </a:extLst>
          </p:cNvPr>
          <p:cNvSpPr txBox="1"/>
          <p:nvPr/>
        </p:nvSpPr>
        <p:spPr>
          <a:xfrm>
            <a:off x="8699500" y="4995324"/>
            <a:ext cx="34036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 marR="249554">
              <a:lnSpc>
                <a:spcPct val="100000"/>
              </a:lnSpc>
              <a:spcBef>
                <a:spcPts val="95"/>
              </a:spcBef>
            </a:pPr>
            <a:r>
              <a:rPr lang="ru-RU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Выполнил: </a:t>
            </a:r>
            <a:r>
              <a:rPr lang="ru-RU" spc="-1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Студент</a:t>
            </a:r>
            <a:r>
              <a:rPr lang="ru-RU" spc="1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3</a:t>
            </a:r>
            <a:r>
              <a:rPr lang="ru-RU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курса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3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Группы</a:t>
            </a:r>
            <a:r>
              <a:rPr lang="ru-RU" spc="-2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endParaRPr lang="ru-RU" spc="-25" dirty="0" smtClean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1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Руководитель</a:t>
            </a:r>
            <a:r>
              <a:rPr lang="ru-RU" spc="-1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: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700">
              <a:lnSpc>
                <a:spcPct val="100000"/>
              </a:lnSpc>
            </a:pPr>
            <a:r>
              <a:rPr lang="ru-RU" spc="-10" dirty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Калашников</a:t>
            </a:r>
            <a:r>
              <a:rPr lang="ru-RU" spc="-20" dirty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25" dirty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Павел</a:t>
            </a:r>
            <a:r>
              <a:rPr lang="ru-RU" spc="5" dirty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pc="-10" dirty="0">
                <a:solidFill>
                  <a:srgbClr val="FF0000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Викторович</a:t>
            </a:r>
            <a:endParaRPr lang="ru-RU" dirty="0">
              <a:solidFill>
                <a:srgbClr val="FF0000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298CC29-3F7A-1355-10BD-B863A18D2F7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7" name="Прямоугольник 16">
            <a:extLst>
              <a:ext uri="{FF2B5EF4-FFF2-40B4-BE49-F238E27FC236}">
                <a16:creationId xmlns:a16="http://schemas.microsoft.com/office/drawing/2014/main" xmlns="" id="{2CFAF069-A703-460D-3A43-5818F8163282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13F39707-9D7E-F553-73D6-06090D67691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7ACE3FCE-8318-D787-2947-9C237D45141E}"/>
              </a:ext>
            </a:extLst>
          </p:cNvPr>
          <p:cNvSpPr/>
          <p:nvPr/>
        </p:nvSpPr>
        <p:spPr>
          <a:xfrm>
            <a:off x="304801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D5B2E5BD-8BE8-8E06-BCE2-37CAB84326DD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D9E438EE-2E69-0ADC-3475-DFAE792F1A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4" y="276912"/>
            <a:ext cx="11887200" cy="680894"/>
          </a:xfrm>
        </p:spPr>
        <p:txBody>
          <a:bodyPr>
            <a:noAutofit/>
          </a:bodyPr>
          <a:lstStyle/>
          <a:p>
            <a:r>
              <a:rPr lang="ru-RU" sz="6000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32CBBA0C-825A-15A3-B6DF-ECCC46677A6F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051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AA8F46A2-80A2-675F-F71D-825CD3A2B28F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7DC07806-CB42-1CA8-7C2C-E5CB0B00884E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AB6157AE-7978-EB30-92DA-529DE35BAB67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Текст 2">
            <a:extLst>
              <a:ext uri="{FF2B5EF4-FFF2-40B4-BE49-F238E27FC236}">
                <a16:creationId xmlns:a16="http://schemas.microsoft.com/office/drawing/2014/main" xmlns="" id="{CA151EFF-3252-E1F7-1687-7023EFB93C48}"/>
              </a:ext>
            </a:extLst>
          </p:cNvPr>
          <p:cNvSpPr txBox="1">
            <a:spLocks/>
          </p:cNvSpPr>
          <p:nvPr/>
        </p:nvSpPr>
        <p:spPr>
          <a:xfrm>
            <a:off x="420180" y="1661718"/>
            <a:ext cx="11656426" cy="46272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bg1">
                    <a:lumMod val="50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20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8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tx1"/>
              </a:buClr>
              <a:buFont typeface="Arial" panose="020B0604020202020204" pitchFamily="34" charset="0"/>
              <a:buNone/>
              <a:defRPr sz="1600" kern="1200" cap="all" baseline="0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571500" indent="-571500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Char char="•"/>
            </a:pPr>
            <a:endParaRPr lang="ru-RU" sz="3600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4210059E-E3E3-A9E1-F71E-F61FDC10DB04}"/>
              </a:ext>
            </a:extLst>
          </p:cNvPr>
          <p:cNvSpPr txBox="1"/>
          <p:nvPr/>
        </p:nvSpPr>
        <p:spPr>
          <a:xfrm>
            <a:off x="304793" y="39856"/>
            <a:ext cx="118872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6000" dirty="0">
                <a:solidFill>
                  <a:srgbClr val="CFDFD5"/>
                </a:solidFill>
                <a:latin typeface="Sylfaen" panose="010A0502050306030303" pitchFamily="18" charset="0"/>
              </a:rPr>
              <a:t>Постановка проблемы</a:t>
            </a: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B0405B57-0470-3A34-657C-CF29949EC0FB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7769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9664E68C-9A96-0557-8726-1DC6997B3549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7F6AE238-B346-3A9A-D750-22E718189335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1EC261E6-ABC3-2DDE-E7D5-24943005B9B3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Заголовок 6">
            <a:extLst>
              <a:ext uri="{FF2B5EF4-FFF2-40B4-BE49-F238E27FC236}">
                <a16:creationId xmlns:a16="http://schemas.microsoft.com/office/drawing/2014/main" xmlns="" id="{9CAFC73D-7B4E-ACDB-8238-F7C3A4BDCC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2" y="88972"/>
            <a:ext cx="11887207" cy="917432"/>
          </a:xfrm>
        </p:spPr>
        <p:txBody>
          <a:bodyPr>
            <a:noAutofit/>
          </a:bodyPr>
          <a:lstStyle/>
          <a:p>
            <a:r>
              <a:rPr lang="ru-RU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Цели и задачи</a:t>
            </a:r>
          </a:p>
        </p:txBody>
      </p:sp>
      <p:sp>
        <p:nvSpPr>
          <p:cNvPr id="8" name="Текст 7">
            <a:extLst>
              <a:ext uri="{FF2B5EF4-FFF2-40B4-BE49-F238E27FC236}">
                <a16:creationId xmlns:a16="http://schemas.microsoft.com/office/drawing/2014/main" xmlns="" id="{C274C3CD-4A30-722D-5610-56AA08FC89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73529" y="1327441"/>
            <a:ext cx="11544300" cy="5441588"/>
          </a:xfrm>
        </p:spPr>
        <p:txBody>
          <a:bodyPr>
            <a:noAutofit/>
          </a:bodyPr>
          <a:lstStyle/>
          <a:p>
            <a:pPr marL="311150" algn="l">
              <a:lnSpc>
                <a:spcPct val="100000"/>
              </a:lnSpc>
              <a:spcBef>
                <a:spcPts val="0"/>
              </a:spcBef>
            </a:pPr>
            <a:r>
              <a:rPr lang="ru-RU" sz="3600" b="1" cap="none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   </a:t>
            </a:r>
            <a:r>
              <a:rPr lang="ru-RU" sz="3400" b="1" cap="none" spc="-1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Цель</a:t>
            </a:r>
            <a:r>
              <a:rPr lang="ru-RU" sz="3400" b="1" cap="none" spc="-40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</a:t>
            </a:r>
            <a:r>
              <a:rPr lang="ru-RU" sz="3400" b="1" cap="none" spc="-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курсовой работы:</a:t>
            </a:r>
          </a:p>
          <a:p>
            <a:pPr marL="311150" algn="l">
              <a:lnSpc>
                <a:spcPct val="100000"/>
              </a:lnSpc>
              <a:spcBef>
                <a:spcPts val="0"/>
              </a:spcBef>
            </a:pPr>
            <a:endParaRPr lang="ru-RU" sz="3400" b="1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marL="12065" algn="l">
              <a:spcBef>
                <a:spcPts val="600"/>
              </a:spcBef>
              <a:buSzPct val="96153"/>
              <a:tabLst>
                <a:tab pos="308610" algn="l"/>
              </a:tabLst>
            </a:pPr>
            <a:r>
              <a:rPr lang="ru-RU" sz="3400" b="1" cap="none" spc="-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Задачами </a:t>
            </a:r>
            <a:r>
              <a:rPr lang="ru-RU" sz="3400" b="1" cap="none" spc="-5" dirty="0" err="1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курсвой</a:t>
            </a:r>
            <a:r>
              <a:rPr lang="ru-RU" sz="3400" b="1" cap="none" spc="-5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 </a:t>
            </a:r>
            <a:r>
              <a:rPr lang="ru-RU" sz="3400" b="1" cap="none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работы являются:</a:t>
            </a:r>
            <a:endParaRPr lang="ru-RU" sz="3400" b="1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</a:pPr>
            <a:r>
              <a:rPr lang="ru-RU" sz="2800" cap="none" spc="-5" dirty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  </a:t>
            </a:r>
            <a:endParaRPr lang="ru-RU" sz="3600" dirty="0">
              <a:solidFill>
                <a:srgbClr val="4D5B56"/>
              </a:solidFill>
              <a:latin typeface="Sylfaen" panose="010A0502050306030303" pitchFamily="18" charset="0"/>
            </a:endParaRP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xmlns="" id="{2D6002F7-CDA9-96B1-22AE-B069D80CE53A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2891189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2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75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9CEFD20-5132-880B-7764-BD714CB71C91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22530566-48AD-24BC-7223-FC6D3D8E9244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74845AE3-AF8D-9C89-417B-831D6FB1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150" y="2317076"/>
            <a:ext cx="10300493" cy="172585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Описание основных теоретических положений курсовой работы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4AEFA9B3-85EC-6D9F-A98B-E97911EE038D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467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9CEFD20-5132-880B-7764-BD714CB71C91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22530566-48AD-24BC-7223-FC6D3D8E9244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74845AE3-AF8D-9C89-417B-831D6FB1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72962" y="2975982"/>
            <a:ext cx="10300493" cy="172585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Описание основных практических результатов полученных при выполнении курсовой работы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4AEFA9B3-85EC-6D9F-A98B-E97911EE038D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33233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D9CEFD20-5132-880B-7764-BD714CB71C91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22530566-48AD-24BC-7223-FC6D3D8E9244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xmlns="" id="{74845AE3-AF8D-9C89-417B-831D6FB116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150" y="2317076"/>
            <a:ext cx="10300493" cy="1725852"/>
          </a:xfrm>
        </p:spPr>
        <p:txBody>
          <a:bodyPr>
            <a:noAutofit/>
          </a:bodyPr>
          <a:lstStyle/>
          <a:p>
            <a:pPr algn="ctr"/>
            <a:r>
              <a:rPr lang="ru-RU" dirty="0" smtClean="0">
                <a:solidFill>
                  <a:srgbClr val="4D5B56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Демонстрация работы разработанного программного продукта</a:t>
            </a:r>
            <a:endParaRPr lang="ru-RU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xmlns="" id="{4AEFA9B3-85EC-6D9F-A98B-E97911EE038D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400" dirty="0">
                <a:solidFill>
                  <a:srgbClr val="CFDFD5"/>
                </a:solidFill>
                <a:latin typeface="Sylfaen" panose="010A0502050306030303" pitchFamily="18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24417993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7FB97845-DADA-B096-56DF-0E5E5F776F6C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xmlns="" id="{16DC26A2-E661-9745-D0AB-6B445F8909FE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685086E-4367-C76E-3C5B-84C51E651024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xmlns="" id="{5E562972-3449-42D1-8185-B4BEFD52AB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793" y="164225"/>
            <a:ext cx="11887200" cy="766926"/>
          </a:xfrm>
        </p:spPr>
        <p:txBody>
          <a:bodyPr rtlCol="0">
            <a:noAutofit/>
          </a:bodyPr>
          <a:lstStyle/>
          <a:p>
            <a:pPr rtl="0"/>
            <a:r>
              <a:rPr lang="ru-RU" sz="6000" spc="-5" dirty="0">
                <a:solidFill>
                  <a:srgbClr val="CFDFD5"/>
                </a:solidFill>
                <a:latin typeface="Sylfaen" panose="010A0502050306030303" pitchFamily="18" charset="0"/>
                <a:cs typeface="Times New Roman" panose="02020603050405020304" pitchFamily="18" charset="0"/>
              </a:rPr>
              <a:t>Заключение</a:t>
            </a:r>
            <a:endParaRPr lang="ru" sz="6000" dirty="0">
              <a:solidFill>
                <a:srgbClr val="CFDFD5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xmlns="" id="{B5E160B4-F4DF-9AB6-311A-BE2CF0A146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0109" y="1896200"/>
            <a:ext cx="10696575" cy="4024927"/>
          </a:xfrm>
        </p:spPr>
        <p:txBody>
          <a:bodyPr>
            <a:noAutofit/>
          </a:bodyPr>
          <a:lstStyle/>
          <a:p>
            <a:pPr marL="180000" marR="687070" indent="450000" algn="ctr">
              <a:lnSpc>
                <a:spcPct val="100000"/>
              </a:lnSpc>
              <a:spcBef>
                <a:spcPts val="600"/>
              </a:spcBef>
              <a:buNone/>
            </a:pPr>
            <a:endParaRPr lang="ru-RU" sz="3600" cap="none" dirty="0">
              <a:solidFill>
                <a:srgbClr val="4D5B56"/>
              </a:solidFill>
              <a:latin typeface="Sylfaen" panose="010A0502050306030303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xmlns="" id="{2D161824-1C6F-0E23-45BF-40E8674AA309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CFDFD5"/>
                </a:solidFill>
                <a:latin typeface="Sylfaen" panose="010A0502050306030303" pitchFamily="18" charset="0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63784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10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xmlns="" id="{A0014C50-3C44-7B1E-3AD0-9C79D30749D4}"/>
              </a:ext>
            </a:extLst>
          </p:cNvPr>
          <p:cNvSpPr/>
          <p:nvPr/>
        </p:nvSpPr>
        <p:spPr>
          <a:xfrm>
            <a:off x="1" y="0"/>
            <a:ext cx="304799" cy="6855304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5C6D67"/>
              </a:solidFill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xmlns="" id="{1E6C217F-DDA2-7528-05EC-34F779DC452A}"/>
              </a:ext>
            </a:extLst>
          </p:cNvPr>
          <p:cNvSpPr/>
          <p:nvPr/>
        </p:nvSpPr>
        <p:spPr>
          <a:xfrm rot="5400000">
            <a:off x="5700712" y="-5395911"/>
            <a:ext cx="1095371" cy="11887201"/>
          </a:xfrm>
          <a:prstGeom prst="rect">
            <a:avLst/>
          </a:prstGeom>
          <a:solidFill>
            <a:srgbClr val="7E918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rgbClr val="7E9185"/>
              </a:solidFill>
            </a:endParaRPr>
          </a:p>
        </p:txBody>
      </p:sp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xmlns="" id="{4C22788F-51C5-7EDC-9E16-675774B7B2AC}"/>
              </a:ext>
            </a:extLst>
          </p:cNvPr>
          <p:cNvSpPr/>
          <p:nvPr/>
        </p:nvSpPr>
        <p:spPr>
          <a:xfrm>
            <a:off x="304793" y="1095375"/>
            <a:ext cx="11887200" cy="5759929"/>
          </a:xfrm>
          <a:prstGeom prst="rect">
            <a:avLst/>
          </a:prstGeom>
          <a:solidFill>
            <a:srgbClr val="CFDFD5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2223F088-7EEA-9D54-AEA0-26AF99C25C19}"/>
              </a:ext>
            </a:extLst>
          </p:cNvPr>
          <p:cNvSpPr txBox="1"/>
          <p:nvPr/>
        </p:nvSpPr>
        <p:spPr>
          <a:xfrm>
            <a:off x="1968133" y="2959676"/>
            <a:ext cx="85605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6000" dirty="0">
                <a:solidFill>
                  <a:srgbClr val="4D5B56"/>
                </a:solidFill>
                <a:latin typeface="Sylfaen" panose="010A0502050306030303" pitchFamily="18" charset="0"/>
              </a:rPr>
              <a:t>Спасибо за внимание!</a:t>
            </a:r>
          </a:p>
        </p:txBody>
      </p:sp>
      <p:sp>
        <p:nvSpPr>
          <p:cNvPr id="10" name="Прямоугольник 9">
            <a:extLst>
              <a:ext uri="{FF2B5EF4-FFF2-40B4-BE49-F238E27FC236}">
                <a16:creationId xmlns:a16="http://schemas.microsoft.com/office/drawing/2014/main" xmlns="" id="{E05F3F4F-7411-0444-0BB3-46A531A03B40}"/>
              </a:ext>
            </a:extLst>
          </p:cNvPr>
          <p:cNvSpPr/>
          <p:nvPr/>
        </p:nvSpPr>
        <p:spPr>
          <a:xfrm>
            <a:off x="11476391" y="6083037"/>
            <a:ext cx="468707" cy="498051"/>
          </a:xfrm>
          <a:prstGeom prst="rect">
            <a:avLst/>
          </a:prstGeom>
          <a:solidFill>
            <a:srgbClr val="5C6D67"/>
          </a:solidFill>
          <a:ln>
            <a:solidFill>
              <a:srgbClr val="4D5B5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>
                <a:solidFill>
                  <a:srgbClr val="CFDFD5"/>
                </a:solidFill>
                <a:latin typeface="Sylfaen" panose="010A0502050306030303" pitchFamily="18" charset="0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2974417934"/>
      </p:ext>
    </p:extLst>
  </p:cSld>
  <p:clrMapOvr>
    <a:masterClrMapping/>
  </p:clrMapOvr>
  <p:transition spd="slow">
    <p:randomBar dir="vert"/>
  </p:transition>
</p:sld>
</file>

<file path=ppt/theme/theme1.xml><?xml version="1.0" encoding="utf-8"?>
<a:theme xmlns:a="http://schemas.openxmlformats.org/drawingml/2006/main" name="Office Them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329</TotalTime>
  <Words>64</Words>
  <Application>Microsoft Office PowerPoint</Application>
  <PresentationFormat>Широкоэкранный</PresentationFormat>
  <Paragraphs>26</Paragraphs>
  <Slides>9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Sylfaen</vt:lpstr>
      <vt:lpstr>Times New Roman</vt:lpstr>
      <vt:lpstr>Office Theme</vt:lpstr>
      <vt:lpstr>Курсовая  работа</vt:lpstr>
      <vt:lpstr>Актуальность</vt:lpstr>
      <vt:lpstr>Презентация PowerPoint</vt:lpstr>
      <vt:lpstr>Цели и задачи</vt:lpstr>
      <vt:lpstr>Описание основных теоретических положений курсовой работы</vt:lpstr>
      <vt:lpstr>Описание основных практических результатов полученных при выполнении курсовой работы</vt:lpstr>
      <vt:lpstr>Демонстрация работы разработанного программного продукта</vt:lpstr>
      <vt:lpstr>Заключение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ДИПЛОМНАЯ РАБОТА</dc:title>
  <dc:creator>Snupster '</dc:creator>
  <cp:lastModifiedBy>Пользователь Windows</cp:lastModifiedBy>
  <cp:revision>29</cp:revision>
  <dcterms:created xsi:type="dcterms:W3CDTF">2022-06-07T06:26:41Z</dcterms:created>
  <dcterms:modified xsi:type="dcterms:W3CDTF">2025-02-23T00:31:15Z</dcterms:modified>
</cp:coreProperties>
</file>